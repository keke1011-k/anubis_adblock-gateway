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5" name="Image 0" descr="/home/claude/pptx_work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広告ブロック専用ゲートウェイ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× Tailscale で実現する、24時間稼働のネットワーク広告ブロック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572000"/>
            <a:ext cx="1673352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57200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低消費電力・低コスト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24912" y="4572000"/>
            <a:ext cx="153162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4912" y="457200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遠隔操作・遠隔管理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5132" y="4572000"/>
            <a:ext cx="1106424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5132" y="457200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24時間稼働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課題・背景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広告による“時間ロス”と“誤クリック”のストレス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icon_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0459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Webサイトやアプリの広告により、意図しないページ遷移や作業の中断が発生する。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pptx_work/icon_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33718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200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マウス操作が苦手な方や高齢者は、誤って広告をクリックしてしまい、時間の無駄やストレスにつながりやすい。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/home/claude/pptx_work/icon_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69773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45262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ブラウザごとの拡張機能では、端末や利用者ごとに設定がバラバラで対応しきれない。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955280" y="18745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4" name="Shape 9"/>
          <p:cNvSpPr/>
          <p:nvPr/>
        </p:nvSpPr>
        <p:spPr>
          <a:xfrm>
            <a:off x="854964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/home/claude/pptx_work/icon_mou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55117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5528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誤クリック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13816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意図しない広告タップによる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95528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タイムロス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8229600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特に高齢者・PC操作に不慣れな利用者ほど影響が大きい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開発の目的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広告によるタイムロスをネットワーク全体から取り除く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286000"/>
            <a:ext cx="868680" cy="8686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6" name="Image 0" descr="/home/claude/pptx_work/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443" y="24944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時間ロスの解消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広告視聴・誤クリックによる作業中断をなくし、ネット利用のストレスを削減する。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286000"/>
            <a:ext cx="868680" cy="8686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1" name="Image 1" descr="/home/claude/pptx_work/icon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63" y="24944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37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ネットワーク全体で一括対策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端末ごとの個別設定が不要な、ネットワーク単位の広告ブロックを実現する。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72600" y="2286000"/>
            <a:ext cx="868680" cy="8686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6" name="Image 2" descr="/home/claude/pptx_work/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083" y="24944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337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どこからでも操作・編集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Piを24時間稼働させ、外部からの遠隔操作・設定変更を可能にする。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ソリューション概要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1台でネットワーク全体をまるごと保護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659" y="26224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外出先の利用者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63240" y="2898648"/>
            <a:ext cx="822960" cy="329184"/>
          </a:xfrm>
          <a:prstGeom prst="rightArrow">
            <a:avLst/>
          </a:prstGeom>
          <a:solidFill>
            <a:srgbClr val="00C48C"/>
          </a:solidFill>
          <a:ln/>
        </p:spPr>
      </p:sp>
      <p:sp>
        <p:nvSpPr>
          <p:cNvPr id="9" name="Text 6"/>
          <p:cNvSpPr/>
          <p:nvPr/>
        </p:nvSpPr>
        <p:spPr>
          <a:xfrm>
            <a:off x="2880360" y="2496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23360" y="20574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267712"/>
            <a:ext cx="731520" cy="7315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2" name="Image 1" descr="/home/claude/pptx_work/icon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65" y="2443277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60520" y="3474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広告ブロック / DNSフィルタ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24時間稼働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903720" y="2898648"/>
            <a:ext cx="822960" cy="329184"/>
          </a:xfrm>
          <a:prstGeom prst="rightArrow">
            <a:avLst/>
          </a:prstGeom>
          <a:solidFill>
            <a:srgbClr val="00C48C"/>
          </a:solidFill>
          <a:ln/>
        </p:spPr>
      </p:sp>
      <p:sp>
        <p:nvSpPr>
          <p:cNvPr id="16" name="Shape 12"/>
          <p:cNvSpPr/>
          <p:nvPr/>
        </p:nvSpPr>
        <p:spPr>
          <a:xfrm>
            <a:off x="7863840" y="22860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09244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ptx_work/icon_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6060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スマホ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23544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work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606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IoT機器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1037844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home/claude/pptx_work/icon_hd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260604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9556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自宅ネットワーク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85800" y="4700016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45079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固定IP・ホスト名を利用し、外部から常時アクセス可能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85800" y="5157216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29" name="Text 22"/>
          <p:cNvSpPr/>
          <p:nvPr/>
        </p:nvSpPr>
        <p:spPr>
          <a:xfrm>
            <a:off x="914400" y="49651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Tailscaleにより自宅ネットワーク外からも安全に接続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85800" y="5614416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31" name="Text 24"/>
          <p:cNvSpPr/>
          <p:nvPr/>
        </p:nvSpPr>
        <p:spPr>
          <a:xfrm>
            <a:off x="914400" y="54223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低消費電力設計で24時間稼働のランニングコストを抑制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主な機能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6つのコア機能で快適・安全なネット環境を実現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6" name="Image 0" descr="/home/claude/pptx_work/icon_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914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広告の一括ブロック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ネットワーク全体の広告を、端末を問わずまとめてブロック。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1" name="Image 1" descr="/home/claude/pptx_work/icon_m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誤クリック防止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意図しない広告タップを防ぎ、快適なネット利用を実現。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148840"/>
            <a:ext cx="594360" cy="5943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6" name="Image 2" descr="/home/claude/pptx_work/icon_y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2914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低消費電力・低コスト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Pi採用により導入・運用コストを最小限に抑制。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06240"/>
            <a:ext cx="594360" cy="5943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1" name="Image 3" descr="/home/claude/pptx_work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3488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78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固定IP・遠隔管理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固定IPとホスト名で、遠隔から設定・管理が可能。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6" name="Image 4" descr="/home/claude/pptx_work/icon_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34888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78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リスト更新が簡単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ブラックリスト・ホワイトリストを簡単に追加/更新。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206240"/>
            <a:ext cx="594360" cy="5943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31" name="Image 5" descr="/home/claude/pptx_work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434888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178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危険サイトを自動更新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危険サイトリスト・広告リストをサブスクリプションで自動更新。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想定利用者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ITに詳しくない方でも安心して使える設計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_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小規模企業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05840" y="3502152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310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従業員の作業端末をまとめて保護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4160520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9684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個別の端末設定が不要で運用負荷が低い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05840" y="4818888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626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遠隔サポートにより保守を外部委託可能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196596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EEF3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6" name="Image 1" descr="/home/claude/pptx_work/icon_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90" y="2483510"/>
            <a:ext cx="427939" cy="42793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8952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一般利用者（個人・家庭）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629400" y="3502152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0" y="3310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家族全員の端末を一括で広告ブロック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629400" y="4160520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39684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高齢者・機器操作が苦手な家族も安心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29400" y="4818888"/>
            <a:ext cx="82296" cy="82296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4626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設定は導入時のみ、あとはお任せで運用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「広告ブロック専用機」で終わらせない拡張性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Piの拡張性を活かし、必要に応じて機能を追加できるプラットフォームとして提供します。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222199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/home/claude/pptx_work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679" y="2375611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VPNサーバー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6260" y="222199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1" name="Image 1" descr="/home/claude/pptx_work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79" y="237561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DNSフィルタリング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1965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09460" y="222199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5" name="Image 2" descr="/home/claude/pptx_work/icon_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79" y="2375611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ネットワーク監視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869680" y="1965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52660" y="222199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9" name="Image 3" descr="/home/claude/pptx_work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279" y="2375611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セキュリティ強化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39319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623060" y="418795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3" name="Image 4" descr="/home/claude/pptx_work/icon_hd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6679" y="4341571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NAS（ファイル共有）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383280" y="39319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66260" y="418795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7" name="Image 5" descr="/home/claude/pptx_work/icon_co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879" y="4341571"/>
            <a:ext cx="332842" cy="33284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044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Web管理画面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126480" y="39319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109460" y="418795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31" name="Image 6" descr="/home/claude/pptx_work/icon_robo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3079" y="4341571"/>
            <a:ext cx="332842" cy="33284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6364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AIによる危険サイト検知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869680" y="39319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852660" y="4187952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35" name="Image 7" descr="/home/claude/pptx_work/icon_netwo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6279" y="4341571"/>
            <a:ext cx="332842" cy="33284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0684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IoT機器の一元管理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遠隔管理・サポート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Tailscaleでどこからでも設定・保守が可能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12264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6" name="Image 0" descr="/home/claude/pptx_work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65883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どこでも接続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3440" y="2039112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Tailscaleを利用し、外出先や別拠点からRaspberry Piへ安全に接続。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209544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1" name="Image 1" descr="/home/claude/pptx_work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3363163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13639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固定IP・ホスト名管理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3136392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固定IPとホスト名により、迅速かつ確実に遠隔から設定変更できる。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06824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6" name="Image 2" descr="/home/claude/pptx_work/icon_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460443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3367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リスト自動更新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663440" y="4233672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危険サイト・広告リストをサブスクリプションで自動更新し、常に最新の状態を維持。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25780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404104"/>
            <a:ext cx="640080" cy="64008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1" name="Image 3" descr="/home/claude/pptx_work/icon_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" y="5557723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33095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ITに詳しくなくても安心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663440" y="5330952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利用者側での複雑な操作は不要。保守・サポートは提供者側が遠隔で代行。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広告ブロックゲートウェイ 企画書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低コスト・低消費電力で、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快適かつ安全なネット環境を。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6" name="Image 0" descr="/home/claude/pptx_work/icon_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017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8346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ネットワーク全体の広告を一括ブロックし、時間ロスとストレスを解消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9" name="Image 1" descr="/home/claude/pptx_work/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6118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× Tailscaleで24時間稼働・遠隔管理を実現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2" name="Image 2" descr="/home/claude/pptx_work/icon_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43891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VPN・NAS・AI検知など、今後の機能拡張にも対応できる拡張性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5532120"/>
            <a:ext cx="29260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5715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2026-07-31T05:47:51Z</dcterms:created>
  <dcterms:modified xsi:type="dcterms:W3CDTF">2026-07-31T05:47:51Z</dcterms:modified>
</cp:coreProperties>
</file>